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Machine Failure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Final Capstone Project</a:t>
            </a:r>
          </a:p>
          <a:p>
            <a:pPr>
              <a:defRPr sz="2200"/>
            </a:pPr>
            <a:r>
              <a:t>Binary Classification</a:t>
            </a:r>
          </a:p>
          <a:p>
            <a:pPr>
              <a:defRPr sz="2200"/>
            </a:pPr>
            <a:r>
              <a:t>Educational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Predict whether a machine is likely to experience failure within a defined operating window.</a:t>
            </a:r>
          </a:p>
          <a:p>
            <a:pPr>
              <a:defRPr sz="2200"/>
            </a:pPr>
            <a:r>
              <a:t>Inputs: temperature, vibration, pressure, runtime, maintenance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an end-to-end ML workflow.</a:t>
            </a:r>
          </a:p>
          <a:p>
            <a:pPr>
              <a:defRPr sz="2200"/>
            </a:pPr>
            <a:r>
              <a:t>Clean and explore data.</a:t>
            </a:r>
          </a:p>
          <a:p>
            <a:pPr>
              <a:defRPr sz="2200"/>
            </a:pPr>
            <a:r>
              <a:t>Train and evaluate a foundational classifier.</a:t>
            </a:r>
          </a:p>
          <a:p>
            <a:pPr>
              <a:defRPr sz="2200"/>
            </a:pPr>
            <a:r>
              <a:t>Demonstrate prediction using Streamlit.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1,000 synthetic observations.</a:t>
            </a:r>
          </a:p>
          <a:p>
            <a:pPr>
              <a:defRPr sz="2200"/>
            </a:pPr>
            <a:r>
              <a:t>5 input features.</a:t>
            </a:r>
          </a:p>
          <a:p>
            <a:pPr>
              <a:defRPr sz="2200"/>
            </a:pPr>
            <a:r>
              <a:t>Target: failure (0/1).</a:t>
            </a:r>
          </a:p>
          <a:p>
            <a:pPr>
              <a:defRPr sz="2200"/>
            </a:pPr>
            <a:r>
              <a:t>Synthetic data is used for reproducible education.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Check missing values and duplicates.</a:t>
            </a:r>
          </a:p>
          <a:p>
            <a:pPr>
              <a:defRPr sz="2200"/>
            </a:pPr>
            <a:r>
              <a:t>Inspect class balance.</a:t>
            </a:r>
          </a:p>
          <a:p>
            <a:pPr>
              <a:defRPr sz="2200"/>
            </a:pPr>
            <a:r>
              <a:t>Study distributions and relationships.</a:t>
            </a:r>
          </a:p>
          <a:p>
            <a:pPr>
              <a:defRPr sz="2200"/>
            </a:pPr>
            <a:r>
              <a:t>Check outliers and feature relevance.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Train/test split with stratification.</a:t>
            </a:r>
          </a:p>
          <a:p>
            <a:pPr>
              <a:defRPr sz="2200"/>
            </a:pPr>
            <a:r>
              <a:t>Median imputation.</a:t>
            </a:r>
          </a:p>
          <a:p>
            <a:pPr>
              <a:defRPr sz="2200"/>
            </a:pPr>
            <a:r>
              <a:t>Standard scaling.</a:t>
            </a:r>
          </a:p>
          <a:p>
            <a:pPr>
              <a:defRPr sz="2200"/>
            </a:pPr>
            <a:r>
              <a:t>Logistic Regression.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</a:t>
            </a:r>
          </a:p>
          <a:p>
            <a:pPr>
              <a:defRPr sz="2200"/>
            </a:pPr>
            <a:r>
              <a:t>Precision</a:t>
            </a:r>
          </a:p>
          <a:p>
            <a:pPr>
              <a:defRPr sz="2200"/>
            </a:pPr>
            <a:r>
              <a:t>Recall</a:t>
            </a:r>
          </a:p>
          <a:p>
            <a:pPr>
              <a:defRPr sz="2200"/>
            </a:pPr>
            <a:r>
              <a:t>F1-score</a:t>
            </a:r>
          </a:p>
          <a:p>
            <a:pPr>
              <a:defRPr sz="2200"/>
            </a:pPr>
            <a:r>
              <a:t>Confusion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Streamlit input form.</a:t>
            </a:r>
          </a:p>
          <a:p>
            <a:pPr>
              <a:defRPr sz="2200"/>
            </a:pPr>
            <a:r>
              <a:t>Same preprocessing as training.</a:t>
            </a:r>
          </a:p>
          <a:p>
            <a:pPr>
              <a:defRPr sz="2200"/>
            </a:pPr>
            <a:r>
              <a:t>Failure-risk prediction.</a:t>
            </a:r>
          </a:p>
          <a:p>
            <a:pPr>
              <a:defRPr sz="2200"/>
            </a:pPr>
            <a:r>
              <a:t>Estimated failure probability.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Synthetic dataset.</a:t>
            </a:r>
          </a:p>
          <a:p>
            <a:pPr>
              <a:defRPr sz="2200"/>
            </a:pPr>
            <a:r>
              <a:t>Educational prototype only.</a:t>
            </a:r>
          </a:p>
          <a:p>
            <a:pPr>
              <a:defRPr sz="2200"/>
            </a:pPr>
            <a:r>
              <a:t>Not suitable for real industrial safety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Complete ML pipeline demonstrated.</a:t>
            </a:r>
          </a:p>
          <a:p>
            <a:pPr>
              <a:defRPr sz="2200"/>
            </a:pPr>
            <a:r>
              <a:t>Future: validated real sensor data, stronger validation, additional models, and domain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